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45385" y="1828800"/>
            <a:ext cx="6362191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C365D"/>
                </a:solidFill>
              </a:defRPr>
            </a:pPr>
            <a:r>
              <a:rPr dirty="0"/>
              <a:t>OSBAMS</a:t>
            </a:r>
          </a:p>
          <a:p>
            <a:pPr algn="ctr">
              <a:defRPr sz="2000">
                <a:solidFill>
                  <a:srgbClr val="376FAA"/>
                </a:solidFill>
              </a:defRPr>
            </a:pPr>
            <a:r>
              <a:rPr dirty="0"/>
              <a:t>Open-Source Battery Assessment and Management System</a:t>
            </a:r>
          </a:p>
          <a:p>
            <a:pPr algn="ctr">
              <a:defRPr sz="1600"/>
            </a:pPr>
            <a:r>
              <a:rPr dirty="0"/>
              <a:t>Joe Le | </a:t>
            </a:r>
            <a:r>
              <a:rPr lang="en-US" dirty="0"/>
              <a:t>ENGR696</a:t>
            </a:r>
            <a:r>
              <a:rPr dirty="0"/>
              <a:t>| SFSU |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Reused packs might still have plenty of capacity left, but nobody really knows their history or condition.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Commercial cyclers exist, but they're expensive and closed off.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 student-built platform should show its work: measurement, safety logic, calibration, logging, and where it falls short.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Build a safe, low-cost platform for controlled discharge tests.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Measure voltage, current, power, temperature, Ah, and </a:t>
            </a:r>
            <a:r>
              <a:rPr dirty="0" err="1"/>
              <a:t>Wh</a:t>
            </a:r>
            <a:r>
              <a:rPr dirty="0"/>
              <a:t> over time.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Shut the test down automatically on E-stop, sensor failure, or anything unsafe.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Store and visualize the data with Python and SQLite.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pic>
        <p:nvPicPr>
          <p:cNvPr id="4" name="Picture 3" descr="osbam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486400" cy="2871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143000"/>
            <a:ext cx="521208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High-current battery path is physically separate from logic/control.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STM32L476 handles real-time sensing and safety decisions.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INA228 + external shunt do the primary electrical measurement.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TC74 and a redundant ADC add thermal/voltage cross-checks.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Host computer handles visualization, database, scoring, and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Safety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15A fuse plus a physical disconnect.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Normally-off contactor, driven through a MOSFET.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Hardwired E-stop cuts contactor coil power directly.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Firmware latches a FAULT state; a watchdog runs underneath it.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Redundant voltage plausibility check plus temperature monitoring.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Staged validation: logic-only, then low-voltage, battery last.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Firmware Architecture</a:t>
            </a:r>
          </a:p>
        </p:txBody>
      </p:sp>
      <p:pic>
        <p:nvPicPr>
          <p:cNvPr id="4" name="Picture 3" descr="osbam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486400" cy="5543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143000"/>
            <a:ext cx="521208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Modules: sensor manager, INA228, TC74, ADC safety, load driver, E-stop, watchdog, acquisition timer.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Application layer: measurement, safety evaluation, test controller, serial protocol.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Structured OSBAMS UART frames report boot state, sensor status, current state, data, and faults.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Safety outputs default OFF on reset or anything unexplained.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Desktop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Python app receives telemetry over USB/UART.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 serial parser turns OSBAMS frames into measurement records.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SQLite holds tests, measurements, faults, battery metadata, and settings.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GUI shows live values/plots; a reporting layer exports test summaries.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AI/scoring features stay secondary until measurement quality is validated.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Parts &amp;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Prototype runs about $333.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Main parts: NUCLEO-L476RG, INA228, external shunt, TC74, contactor, E-stop, </a:t>
            </a:r>
            <a:r>
              <a:rPr dirty="0" err="1"/>
              <a:t>Pololu</a:t>
            </a:r>
            <a:r>
              <a:rPr dirty="0"/>
              <a:t> 5V regulator, XDR 12V supply, custom PCB, electronic load.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Several parts were already owned/purchased, so incremental cost this semester is lower.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Custom PCB: fabricated, mostly assembled.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Power/safety/load wiring: mostly done.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Firmware builds and flashes cleanly.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INA228 is online; UART telemetry works.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Desktop Python/SQLite structure: underway.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Current blocker: TC74 temperature sensor / rail and I²C bring-up.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pic>
        <p:nvPicPr>
          <p:cNvPr id="4" name="Picture 3" descr="osbams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4864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143000"/>
            <a:ext cx="521208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Aug–Sep: documentation, literature, schematic cleanup, sensor bring-up.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Sep–Oct: safety-chain validation and calibration.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Oct–Nov: Python/SQLite integration and staged testing.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Nov–Dec: battery data collection, analysis, final validation, report and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Expected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A working OSBAMS prototype, in an enclosure.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Documented PCB/schematic/BOM and a wiring map.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STM32 firmware with safety/state-machine tests.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Python/SQLite desktop application.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Calibration and validation records.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A battery assessment dataset and the final engineering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OSBAMS is well past the concept stage — it's in hardware bring-up now.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It pulls together embedded systems, instrumentation, safety engineering, PCB design, and software/data tools.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Next milestone: a stable sensor/safety self-test before a battery ever gets connected.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ENGR 696 gets the platform validated; ENGR 697 can focus on full characterization and refinement.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646</Words>
  <Application>Microsoft Macintosh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 Le</cp:lastModifiedBy>
  <cp:revision>2</cp:revision>
  <dcterms:created xsi:type="dcterms:W3CDTF">2013-01-27T09:14:16Z</dcterms:created>
  <dcterms:modified xsi:type="dcterms:W3CDTF">2026-08-23T05:01:17Z</dcterms:modified>
  <cp:category/>
</cp:coreProperties>
</file>