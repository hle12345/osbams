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365D"/>
                </a:solidFill>
              </a:defRPr>
            </a:pPr>
            <a:r>
              <a:rPr dirty="0"/>
              <a:t>OSBAMS Project Management</a:t>
            </a:r>
          </a:p>
          <a:p>
            <a:pPr algn="ctr">
              <a:defRPr sz="2000">
                <a:solidFill>
                  <a:srgbClr val="376FAA"/>
                </a:solidFill>
              </a:defRPr>
            </a:pPr>
            <a:r>
              <a:rPr dirty="0"/>
              <a:t>ENGR 696 Fall 2026 Gantt Chart</a:t>
            </a:r>
          </a:p>
          <a:p>
            <a:pPr algn="ctr">
              <a:defRPr sz="1600"/>
            </a:pPr>
            <a:r>
              <a:rPr dirty="0"/>
              <a:t>Joe Le | Computer Engineering | SFSU |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sbams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480"/>
            <a:ext cx="115214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Bring up TC74 and verify the logic rails.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Validate E-stop, contactor, fault latch, and default-off behavior at low voltage.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Calibrate INA228, the redundant ADC, and the temperature channel.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Integrate the Python serial parser and SQLite logging.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Run low-voltage tests before any full battery test.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E1E1E"/>
                </a:solidFill>
              </a:defRPr>
            </a:pPr>
            <a:r>
              <a:rPr dirty="0"/>
              <a:t>Leave the final weeks for repeatability, documentation, and the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Le</cp:lastModifiedBy>
  <cp:revision>2</cp:revision>
  <dcterms:created xsi:type="dcterms:W3CDTF">2013-01-27T09:14:16Z</dcterms:created>
  <dcterms:modified xsi:type="dcterms:W3CDTF">2026-08-23T05:03:55Z</dcterms:modified>
  <cp:category/>
</cp:coreProperties>
</file>