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38340" y="1828800"/>
            <a:ext cx="5376279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365D"/>
                </a:solidFill>
              </a:defRPr>
            </a:pPr>
            <a:r>
              <a:rPr dirty="0"/>
              <a:t>OSBAMS Literature Research</a:t>
            </a:r>
          </a:p>
          <a:p>
            <a:pPr algn="ctr">
              <a:defRPr sz="2000">
                <a:solidFill>
                  <a:srgbClr val="376FAA"/>
                </a:solidFill>
              </a:defRPr>
            </a:pPr>
            <a:r>
              <a:rPr dirty="0"/>
              <a:t>Five relevant works + current project update</a:t>
            </a:r>
          </a:p>
          <a:p>
            <a:pPr algn="ctr">
              <a:defRPr sz="1600"/>
            </a:pPr>
            <a:r>
              <a:rPr dirty="0"/>
              <a:t>Joe Le | </a:t>
            </a:r>
            <a:r>
              <a:rPr lang="en-US" dirty="0"/>
              <a:t>ENGR696</a:t>
            </a:r>
            <a:r>
              <a:rPr dirty="0"/>
              <a:t>| SFSU |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Literature Research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pulls together battery characterization, embedded measurement, safety control, and host-side analytics.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The literature helps pin down what to measure, how low-cost/open systems get validated, and where OSBAMS differs from commercial cyclers.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ENGR 696 guideline: find five relevant articles and give a project update.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Article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6FAA"/>
                </a:solidFill>
              </a:defRPr>
            </a:pPr>
            <a:r>
              <a:t>Su, L., Xu, Y., &amp; Dong, Z. (2024). State-of-health estimation of lithium-ion batteries: A comprehensive literature review from cell to pack levels. Energy Conversion and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 comprehensive 2024 review of lithium-ion SOH, cell level to pack level.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Sorts methods into direct measurement, model-based, data-driven, and hybrid.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takeaway: get calibrated direct measurement working before reaching for advanced SOH estimation.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Article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6FAA"/>
                </a:solidFill>
              </a:defRPr>
            </a:pPr>
            <a:r>
              <a:t>Propp, K., Fotouhi, A., Knap, V., &amp; Auger, D. J. (2016). Design, Build and Validation of a Low-Cost Programmable Battery Cycler. ECS Transactions, 74(1), 101–111.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Shows a low-cost programmable battery cycler built for research use.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Weighs design/build/validation trade-offs when professional gear costs too much.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takeaway: “low cost” only means something if calibration and limitations are documented.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Article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6FAA"/>
                </a:solidFill>
              </a:defRPr>
            </a:pPr>
            <a:r>
              <a:t>Mestre, A. et al. (2018). Open and Flexible Li-ion Battery Tester Based on Python Language and Raspberry Pi. Electronics, 7(12), 454.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Open-source Python-controlled Li-ion tester using low-cost lab instruments.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Validated on LiFePO4 cells pulled from an e-scooter pack.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takeaway: open host software and reused-pack characterization are practical, not just theoretical.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Article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6FAA"/>
                </a:solidFill>
              </a:defRPr>
            </a:pPr>
            <a:r>
              <a:t>Saletti, R. et al. (2022). Modular Battery Emulator for Development and Functional Testing of Battery Management Systems: The Cell Emulator. Electronics, 11(8), 1215.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Open-hardware modular battery/BMS emulator built for safe functional testing.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Focuses on validating without exposing development to real battery hazards.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takeaway: staged low-energy testing and hardware-in-the-loop methods cut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Article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6FAA"/>
                </a:solidFill>
              </a:defRPr>
            </a:pPr>
            <a:r>
              <a:t>Ng, K. S. et al. (2009). Enhanced coulomb counting method for estimating state-of-charge and state-of-health of lithium-ion batteries. Applied Energy, 86(9), 1506–1511.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Uses measured current/voltage and coulomb counting for SOC/SOH estimation.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 classic measurement/DAQ chain: programmable load plus PC-side processing.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OSBAMS takeaway: accurate current integration is what makes capacity and health metrics trustworthy.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OSBAMS Fits the Literature</a:t>
            </a:r>
          </a:p>
        </p:txBody>
      </p:sp>
      <p:pic>
        <p:nvPicPr>
          <p:cNvPr id="4" name="Picture 3" descr="osbam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486400" cy="2871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143000"/>
            <a:ext cx="5212080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Open and low-cost, like the academic testers before it.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STM32 handles deterministic acquisition and safety; Python/SQLite handles visualization and data.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Adds hardwired E-stop/contactor control, redundant voltage checking, watchdog/fault logic, and a custom PCB on top of that baseline.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Initial target: safe, repeatable pack assessment</a:t>
            </a:r>
            <a:r>
              <a:rPr lang="en-US" dirty="0"/>
              <a:t>, </a:t>
            </a:r>
            <a:r>
              <a:rPr dirty="0"/>
              <a:t>not an industrial multi-channel cycler.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Project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Custom PCB fabricated and assembled.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STM32 firmware builds and flashes; UART status output works.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INA228 voltage/current/power channel is online.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Current blocker: TC74 temperature sensor bring-up and final power/I²C verification.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Battery stays disconnected until every required sensor and safety function passes staged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[1] Su, L., Xu, Y., &amp; Dong, Z. (2024). State-of-health estimation of lithium-ion batteries: A comprehensive literature review from cell to pack levels. Energy Conversion and Economics.</a:t>
            </a:r>
            <a:br/>
            <a:r>
              <a:t>https://doi.org/10.1049/enc2.12125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[2] Propp, K., Fotouhi, A., Knap, V., &amp; Auger, D. J. (2016). Design, Build and Validation of a Low-Cost Programmable Battery Cycler. ECS Transactions, 74(1), 101–111.</a:t>
            </a:r>
            <a:br/>
            <a:r>
              <a:t>https://doi.org/10.1149/07401.0101ecst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[3] Mestre, A. et al. (2018). Open and Flexible Li-ion Battery Tester Based on Python Language and Raspberry Pi. Electronics, 7(12), 454.</a:t>
            </a:r>
            <a:br/>
            <a:r>
              <a:t>https://doi.org/10.3390/electronics7120454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[4] Saletti, R. et al. (2022). Modular Battery Emulator for Development and Functional Testing of Battery Management Systems: The Cell Emulator. Electronics, 11(8), 1215.</a:t>
            </a:r>
            <a:br/>
            <a:r>
              <a:t>https://doi.org/10.3390/electronics11081215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[5] Ng, K. S. et al. (2009). Enhanced coulomb counting method for estimating state-of-charge and state-of-health of lithium-ion batteries. Applied Energy, 86(9), 1506–1511.</a:t>
            </a:r>
            <a:br/>
            <a:r>
              <a:t>https://doi.org/10.1016/j.apenergy.2008.11.021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828</Words>
  <Application>Microsoft Macintosh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Le</cp:lastModifiedBy>
  <cp:revision>3</cp:revision>
  <dcterms:created xsi:type="dcterms:W3CDTF">2013-01-27T09:14:16Z</dcterms:created>
  <dcterms:modified xsi:type="dcterms:W3CDTF">2026-08-23T05:04:47Z</dcterms:modified>
  <cp:category/>
</cp:coreProperties>
</file>